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detail: remember that mass is in kg, acceleration in m/s^2.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Physics for CAD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forces and motion.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Second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Newton's second law: F = ma</a:t>
            </a:r>
          </a:p>
          <a:p>
            <a:r>
              <a:t>Force equals mass times acceleration.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